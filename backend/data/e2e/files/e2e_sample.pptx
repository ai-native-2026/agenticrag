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E2E-PPTX-5566 幻灯片内容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